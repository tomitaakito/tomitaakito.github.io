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476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3FC1F1-7EB5-4565-A270-F57C241C1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FEEED1-9D7E-CD63-6C21-6A091E886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990C45-AC9E-7A1A-66EA-8F596C99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F75625-6BCC-D83E-C29C-BE8D45CB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5D2449-04C8-FF00-C2C5-2D44F5DA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10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EDBF4A-3608-3861-587F-23346D1E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02FF6C-464C-BDA2-9883-179B1D9FA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17977D-63C0-9559-E298-75E9C0E7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4D187F-E876-61B0-44D2-7F3132AB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FE30BB-73A4-D546-CA8D-2D5567A6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94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D6C48-FC39-E486-1D7A-30A1BBE0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69CA4F-F81B-02E8-FE58-DE3477F19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B1B853-D98A-5B76-CC4B-F64C321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4A8FCC-BA71-C708-87F8-1342F3E9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1AD85F-77CF-96E5-837E-1AAB5196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94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DF4B79-9BC8-9390-8EF7-E1373138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EDFEA1-2FA0-B0C2-8C71-06DF7F313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AC0821-24E1-9E82-DF04-E61C8160A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674CBC-FFB1-A1E2-FBF9-B76F455D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9FED27-8A86-EE7C-264F-E4C7D69B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42AB9D-9D67-1D61-38CD-D3A3416F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983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2DF327-1DFF-D27B-FE29-FC76CE92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CE82CD-0E1A-5CD4-EDE8-3ED886AE6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7AE5A3C-1487-01F9-867B-F7961272E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15CEB3-C880-3EA5-8078-D9D78E8BBF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D580C6-934B-7BA1-AC11-15F032868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766BAC4-5C0A-A6E6-D70D-A9B416B8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33697AB-679E-73F7-7A59-B087185E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1C672E-A6BA-0B9B-91A3-79A4891E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7573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DC6E9C-8A2C-E458-92EC-B9EF26AB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E09560A-B3A3-7932-9F8C-886191B6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D6DBEC4-2391-E23B-A6C7-B31C84B75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F9E1848-F2B1-2347-991F-7B09AD4D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215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0A4AAF6-E446-4679-4BB8-14D5607A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0FB689-C412-ADF4-2A79-AE9FCDC8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B0CFEB-2B66-4A18-44EB-3A5C4E76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6207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8E2A97-A305-0EA2-C556-5A69D9960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E24176-5DAA-E02B-DF5D-F9BABB93A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F16D14-C952-3551-277E-22B8F5E5D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9F60B4-B1B0-F5CC-21F7-FF96FDFA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2004DC-BC85-54C3-2D04-8D02A1942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C23344-471E-30DF-F00D-DAD3150C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159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C36446-216E-5BA1-4942-BA462314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76EA3F9-DD8C-8C76-BBA5-5AC5110BA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7E99DBB-5F19-AB41-1685-A54836339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1E8ABA-D207-6E42-4D8E-ACB3A91A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658E3C-DE73-26AD-58FC-E9851AC7C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3EE056-50A2-2067-3733-5686DE52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029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D5D7CD-6763-31FF-29C3-ECBA5CF0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6DA4F96-3C12-6FF3-44DA-FFF1A1E84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4FF813-3A76-6437-8827-24D95006D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4FF505-30B6-B324-DEA3-204FD325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1FC0D6-047E-7440-8D6D-3FE4ABB5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920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0C2FA03-9934-31C1-3788-7D89E1A4E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AC664C-AB30-F0B3-9F59-C8779C2D6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A46030-9277-64D9-2B96-75948D5D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CFB13F-163E-79D1-F1D6-5B3C52E49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A94DB4-5C85-0182-EB56-6F0AD7CB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5636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E1C127B-5DC5-5E0E-40E4-7E7B08136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E8C1DB-D3EE-2BCF-540A-296FCBE1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4AABDB-4693-F55D-BC7A-40F5883E2C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C7024-0075-4F8A-8A84-81830537753A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16DD0D-DEF0-AE77-D041-57FBC1637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F8DF43-2A43-EFE2-FDD4-C3F51635E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CF861-0661-4FB0-9AB7-E8A845E363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78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tile tx="0" ty="0" sx="10000" sy="1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DB31F5F3-1902-A665-4650-E1A118FB693B}"/>
              </a:ext>
            </a:extLst>
          </p:cNvPr>
          <p:cNvGrpSpPr/>
          <p:nvPr/>
        </p:nvGrpSpPr>
        <p:grpSpPr>
          <a:xfrm>
            <a:off x="12573000" y="-736600"/>
            <a:ext cx="1016000" cy="1016000"/>
            <a:chOff x="12573000" y="-736600"/>
            <a:chExt cx="1016000" cy="1016000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60D733A2-7F93-C284-D28C-51E1F2005F7F}"/>
                </a:ext>
              </a:extLst>
            </p:cNvPr>
            <p:cNvSpPr/>
            <p:nvPr/>
          </p:nvSpPr>
          <p:spPr>
            <a:xfrm>
              <a:off x="12573000" y="-736600"/>
              <a:ext cx="1016000" cy="10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B466C84D-104C-EE7C-C89A-D71219466427}"/>
                </a:ext>
              </a:extLst>
            </p:cNvPr>
            <p:cNvSpPr/>
            <p:nvPr/>
          </p:nvSpPr>
          <p:spPr>
            <a:xfrm>
              <a:off x="12827000" y="-482600"/>
              <a:ext cx="508000" cy="508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6032A6A-0D07-7D3C-E075-52B5E4382471}"/>
              </a:ext>
            </a:extLst>
          </p:cNvPr>
          <p:cNvSpPr/>
          <p:nvPr/>
        </p:nvSpPr>
        <p:spPr>
          <a:xfrm>
            <a:off x="381000" y="698500"/>
            <a:ext cx="11430000" cy="5461000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>
            <a:noFill/>
          </a:ln>
          <a:effectLst>
            <a:outerShdw blurRad="50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CC8D0C3-A9DC-D2EB-B417-3B337DB730C9}"/>
              </a:ext>
            </a:extLst>
          </p:cNvPr>
          <p:cNvCxnSpPr>
            <a:cxnSpLocks/>
          </p:cNvCxnSpPr>
          <p:nvPr/>
        </p:nvCxnSpPr>
        <p:spPr>
          <a:xfrm>
            <a:off x="8166098" y="698500"/>
            <a:ext cx="0" cy="5461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部分円 20">
            <a:extLst>
              <a:ext uri="{FF2B5EF4-FFF2-40B4-BE49-F238E27FC236}">
                <a16:creationId xmlns:a16="http://schemas.microsoft.com/office/drawing/2014/main" id="{0ABEAB95-6777-E09E-FCBD-91A9A522B1E2}"/>
              </a:ext>
            </a:extLst>
          </p:cNvPr>
          <p:cNvSpPr/>
          <p:nvPr/>
        </p:nvSpPr>
        <p:spPr>
          <a:xfrm rot="16200000">
            <a:off x="7899398" y="425451"/>
            <a:ext cx="546098" cy="546098"/>
          </a:xfrm>
          <a:prstGeom prst="pie">
            <a:avLst>
              <a:gd name="adj1" fmla="val 5341748"/>
              <a:gd name="adj2" fmla="val 162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部分円 22">
            <a:extLst>
              <a:ext uri="{FF2B5EF4-FFF2-40B4-BE49-F238E27FC236}">
                <a16:creationId xmlns:a16="http://schemas.microsoft.com/office/drawing/2014/main" id="{67497D96-E435-D4DA-BA47-AB6EB2AC022F}"/>
              </a:ext>
            </a:extLst>
          </p:cNvPr>
          <p:cNvSpPr/>
          <p:nvPr/>
        </p:nvSpPr>
        <p:spPr>
          <a:xfrm rot="5400000">
            <a:off x="7899397" y="5886451"/>
            <a:ext cx="546098" cy="546098"/>
          </a:xfrm>
          <a:prstGeom prst="pie">
            <a:avLst>
              <a:gd name="adj1" fmla="val 5341748"/>
              <a:gd name="adj2" fmla="val 162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7C59112-C0EA-5E38-70A7-0D88DC5F1BB2}"/>
              </a:ext>
            </a:extLst>
          </p:cNvPr>
          <p:cNvSpPr txBox="1"/>
          <p:nvPr/>
        </p:nvSpPr>
        <p:spPr>
          <a:xfrm>
            <a:off x="8172450" y="839857"/>
            <a:ext cx="3638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b="1" u="sng" dirty="0">
                <a:solidFill>
                  <a:srgbClr val="FF0000"/>
                </a:solidFill>
              </a:rPr>
              <a:t>NEWS</a:t>
            </a:r>
            <a:endParaRPr kumimoji="1" lang="ja-JP" altLang="en-US" sz="4000" b="1" u="sng" dirty="0">
              <a:solidFill>
                <a:srgbClr val="FF0000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9463708-9AEC-C3D7-DA6C-FAEDB8AC24BC}"/>
              </a:ext>
            </a:extLst>
          </p:cNvPr>
          <p:cNvSpPr txBox="1"/>
          <p:nvPr/>
        </p:nvSpPr>
        <p:spPr>
          <a:xfrm>
            <a:off x="8172450" y="1689100"/>
            <a:ext cx="36385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ja-JP" sz="3600" b="1" dirty="0"/>
              <a:t>画像電子学会</a:t>
            </a:r>
            <a:endParaRPr lang="en-US" altLang="ja-JP" sz="3600" b="1" dirty="0"/>
          </a:p>
          <a:p>
            <a:pPr algn="ctr"/>
            <a:r>
              <a:rPr lang="ja-JP" altLang="ja-JP" sz="3600" b="1" dirty="0"/>
              <a:t>第54回年次大会</a:t>
            </a:r>
            <a:endParaRPr lang="en-US" altLang="ja-JP" sz="3600" b="1" dirty="0"/>
          </a:p>
          <a:p>
            <a:endParaRPr lang="en-US" altLang="ja-JP" sz="3600" b="1" dirty="0"/>
          </a:p>
          <a:p>
            <a:pPr algn="ctr"/>
            <a:r>
              <a:rPr lang="ja-JP" altLang="ja-JP" sz="3600" b="1" dirty="0"/>
              <a:t>研究発表を</a:t>
            </a:r>
            <a:endParaRPr lang="en-US" altLang="ja-JP" sz="3600" b="1" dirty="0"/>
          </a:p>
          <a:p>
            <a:pPr algn="ctr"/>
            <a:r>
              <a:rPr lang="ja-JP" altLang="ja-JP" sz="3600" b="1" dirty="0"/>
              <a:t>行いました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8F3FD7B-7213-427A-917E-31CE0B4AB0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93" b="9907"/>
          <a:stretch>
            <a:fillRect/>
          </a:stretch>
        </p:blipFill>
        <p:spPr>
          <a:xfrm>
            <a:off x="511634" y="1350876"/>
            <a:ext cx="7577824" cy="4262526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C4A70F5E-B10D-8D6A-AA4D-00D59B7B7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788" y="4551422"/>
            <a:ext cx="1335870" cy="133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67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メイリオ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冨田　暁翔</dc:creator>
  <cp:lastModifiedBy>冨田　暁翔</cp:lastModifiedBy>
  <cp:revision>1</cp:revision>
  <dcterms:created xsi:type="dcterms:W3CDTF">2026-08-26T15:12:46Z</dcterms:created>
  <dcterms:modified xsi:type="dcterms:W3CDTF">2026-08-26T15:54:42Z</dcterms:modified>
</cp:coreProperties>
</file>